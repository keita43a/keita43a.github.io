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CABBE5-8F7A-3CBD-6EA8-B8F1B83BF0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122F5F8-7CAC-BAB4-C15F-5EF4E64152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9F590D-C1B7-C05D-FD20-4DF03A605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E2144-84E8-4541-8B3D-9EE0186327B1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1BB906-F96A-BF91-4A3F-5BEC1E728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E48B1C6-C725-8704-2603-8B72F9440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54C4-A28F-B843-9C2D-2B025F5303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9727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F9D442-7946-822E-8E3E-D32D08AFF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C41BDB-4EAF-2558-09A1-AE10F7359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FD3FBD-2E10-2627-BD46-370A5887B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E2144-84E8-4541-8B3D-9EE0186327B1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7F30E2-62D5-4714-88DA-A32672E6B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A61CED-268A-EFFD-88D3-9A31722AA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54C4-A28F-B843-9C2D-2B025F5303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062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86547A-DFC8-B393-9C34-486D74568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D62F384-BE37-F645-25E7-C2603D5F0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37D528-9E7F-08AC-46C6-F6BED135C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E2144-84E8-4541-8B3D-9EE0186327B1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30A007-CA34-80E2-93D3-B3CC39B37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E73F7E-50BE-721B-711A-824396EA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54C4-A28F-B843-9C2D-2B025F5303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4926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65CA36-78C1-1DF4-BBED-3E3C76458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182EE05-E7AB-1A14-9B90-47CEF8CC82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DDEC88-2EF9-2271-DED5-E35A08CD1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C3D1516-8BAB-E722-F288-B8C1EBA9B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E2144-84E8-4541-8B3D-9EE0186327B1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A462FDC-F64B-E08F-0632-3761FFCD6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A85DF0D-B2B3-13D8-5481-322F11ED4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54C4-A28F-B843-9C2D-2B025F5303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4368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778BAC-55AD-22E5-26C6-3D16D8BCD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0BDB2C7-7957-1BAD-3F54-ED73DF17B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C8D656D-E712-21DC-07F3-99352730E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C09D56A-6F17-5E52-C752-6C626CFD23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4E2F2B1-ABD8-5A12-82BB-00361FBE69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7657C60-729A-CD59-F19D-25A0442AB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E2144-84E8-4541-8B3D-9EE0186327B1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EC62063-27F2-686C-65EC-355DA3F27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4E2CFCD-492E-4073-2402-6E12B4075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54C4-A28F-B843-9C2D-2B025F5303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1868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1C1989-8044-4B1D-6B94-0D9E27E42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3F57CC4-D7ED-970F-C357-45CE33AE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E2144-84E8-4541-8B3D-9EE0186327B1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B3226A4-7E94-CCB0-0774-7F91B1B62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C4DB68C-C324-45D9-68B9-EEC4FE766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54C4-A28F-B843-9C2D-2B025F5303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2868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394ED08-2BBC-F86B-6BCE-B3BF654CD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E2144-84E8-4541-8B3D-9EE0186327B1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A6906C2-3AB2-196C-3717-4B2F7D01F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9E0CEA-4A26-46E2-97CD-9BA40A1BB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54C4-A28F-B843-9C2D-2B025F5303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6590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B18599-4D2D-8EE7-4C84-E353C3B6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607E94-1964-64B1-06A6-B83418C1D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68995F4-9CE9-B587-58C1-B347088EC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0E7F70B-ECC2-C18E-0B42-D9F1DC86A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E2144-84E8-4541-8B3D-9EE0186327B1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400E505-BB65-CA7C-C0F5-26E091B11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343E9EA-E1C6-1A7F-A28E-0D58694EE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54C4-A28F-B843-9C2D-2B025F5303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4053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7360C0-66B9-019E-72A5-6666448C8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4D2B166-67A8-DDF1-B05F-BDCA0D7A4F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B7BDAC6-389B-D39B-4D43-37C7F5693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E1401B2-18A2-BDA9-2B83-E89814414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E2144-84E8-4541-8B3D-9EE0186327B1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A46A0C9-68DF-DF9B-9045-76F275C81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9102618-9537-A135-F6E1-46D6A00CB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54C4-A28F-B843-9C2D-2B025F5303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6839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6157A4-892A-0A7E-F911-1770278E1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3CB977C-7136-F2E0-0AFB-E03F969528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7D740A-C84B-532A-464D-A920F5126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E2144-84E8-4541-8B3D-9EE0186327B1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BF7233-B6B7-F14E-4A71-5D785347A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8F1570-6187-3558-3631-14A57E59C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54C4-A28F-B843-9C2D-2B025F5303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2875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0EB163D-EB5F-26E4-939E-3691CDC04A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2F754B8-67D2-DC31-93FA-ACE1906F8F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641194-87BC-EF18-C1AD-5EDE20B6E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E2144-84E8-4541-8B3D-9EE0186327B1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9112E2-DB4E-9CF7-B9A2-E5DE97A4B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CD43BC-90EC-C5AE-ADCC-7DE207EBD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54C4-A28F-B843-9C2D-2B025F5303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3152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8DD9E2E-BDB0-879C-320E-D5C8A6B53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500AAC-3873-3371-60DE-C39D578E1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4F8A1A-DEED-9F7A-CD5B-8851DE6DBA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EE2144-84E8-4541-8B3D-9EE0186327B1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F503E0-C461-AC7D-F081-CA1E1F83B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3305A5-A76E-A3DB-079E-B7EEF5BB6B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9654C4-A28F-B843-9C2D-2B025F5303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1615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A184AA-F7EA-D8BF-5097-DE07A3A0C4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AFA1DDA-E3C5-1D7E-2DB8-F675967A07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4105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4D94D20-0EF1-4E8B-A0E1-117A9E413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1CECBDC-98EE-E559-2603-54BE07E12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98246"/>
            <a:ext cx="4412419" cy="36262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altLang="ja-JP" sz="5600" b="1" dirty="0">
                <a:solidFill>
                  <a:srgbClr val="FFFFFF"/>
                </a:solidFill>
              </a:rPr>
              <a:t>KEITA    ABE</a:t>
            </a:r>
          </a:p>
          <a:p>
            <a:pPr algn="r"/>
            <a:r>
              <a:rPr lang="en-US" altLang="ja-JP" sz="5600" dirty="0">
                <a:solidFill>
                  <a:srgbClr val="FFFFFF"/>
                </a:solidFill>
              </a:rPr>
              <a:t>Assoc. Professor at Musashi Univ.</a:t>
            </a:r>
            <a:endParaRPr kumimoji="1" lang="en-US" altLang="ja-JP" sz="5600" dirty="0">
              <a:solidFill>
                <a:srgbClr val="FFFFFF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9C29C849-933E-CBAB-D9FC-1267ACA0E9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86915" y="1738538"/>
            <a:ext cx="4682213" cy="148472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8B3681E-1C1D-4D0E-A1DE-AE2E3D03C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22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3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10" name="図 9" descr="黒い背景に白い文字がある&#10;&#10;低い精度で自動的に生成された説明">
            <a:extLst>
              <a:ext uri="{FF2B5EF4-FFF2-40B4-BE49-F238E27FC236}">
                <a16:creationId xmlns:a16="http://schemas.microsoft.com/office/drawing/2014/main" id="{925CDD6E-B9E1-9810-3B14-D0EEB2FF54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833" t="26545" r="9499" b="15243"/>
          <a:stretch/>
        </p:blipFill>
        <p:spPr>
          <a:xfrm>
            <a:off x="6446729" y="3711878"/>
            <a:ext cx="3772309" cy="864297"/>
          </a:xfrm>
          <a:prstGeom prst="rect">
            <a:avLst/>
          </a:prstGeom>
        </p:spPr>
      </p:pic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8C5355CB-C013-1FA5-630C-B4FB432E31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86926" y="5030182"/>
            <a:ext cx="5569864" cy="1218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388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58EB0B-15E8-FABB-D4FA-8273FE307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711151-3671-97F5-D728-8034644A1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98246"/>
            <a:ext cx="4412419" cy="36262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altLang="ja-JP" sz="5600" b="1" dirty="0">
                <a:solidFill>
                  <a:srgbClr val="FFFFFF"/>
                </a:solidFill>
              </a:rPr>
              <a:t>KEITA    ABE</a:t>
            </a:r>
          </a:p>
          <a:p>
            <a:pPr algn="r"/>
            <a:r>
              <a:rPr lang="en-US" altLang="ja-JP" sz="5600" dirty="0">
                <a:solidFill>
                  <a:srgbClr val="FFFFFF"/>
                </a:solidFill>
              </a:rPr>
              <a:t>Assoc. Professor at Musashi Univ.</a:t>
            </a:r>
            <a:endParaRPr kumimoji="1" lang="en-US" altLang="ja-JP" sz="5600" dirty="0">
              <a:solidFill>
                <a:srgbClr val="FFFFFF"/>
              </a:solidFill>
            </a:endParaRPr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2522E2D9-38E7-4167-CD24-CC5BB2BCB06D}"/>
              </a:ext>
            </a:extLst>
          </p:cNvPr>
          <p:cNvSpPr txBox="1">
            <a:spLocks/>
          </p:cNvSpPr>
          <p:nvPr/>
        </p:nvSpPr>
        <p:spPr>
          <a:xfrm>
            <a:off x="6380205" y="2566191"/>
            <a:ext cx="4172465" cy="13014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r>
              <a:rPr lang="en-US" altLang="ja-JP" sz="5600" b="1" dirty="0">
                <a:solidFill>
                  <a:srgbClr val="FFFFFF"/>
                </a:solidFill>
                <a:latin typeface="Neutraface Text Light" panose="02000600050000020004" pitchFamily="2" charset="0"/>
                <a:ea typeface="BIZ UDPGothic" panose="020B0400000000000000" pitchFamily="34" charset="-128"/>
              </a:rPr>
              <a:t>KEITA   ABE</a:t>
            </a:r>
          </a:p>
          <a:p>
            <a:pPr algn="dist"/>
            <a:r>
              <a:rPr lang="en-US" altLang="ja-JP" sz="2700" dirty="0">
                <a:solidFill>
                  <a:srgbClr val="FFFFFF"/>
                </a:solidFill>
                <a:latin typeface="Neutraface Text Light" panose="02000600050000020004" pitchFamily="2" charset="0"/>
                <a:ea typeface="BIZ UDPGothic" panose="020B0400000000000000" pitchFamily="34" charset="-128"/>
              </a:rPr>
              <a:t>Professor at Musashi Univ.</a:t>
            </a:r>
          </a:p>
        </p:txBody>
      </p:sp>
    </p:spTree>
    <p:extLst>
      <p:ext uri="{BB962C8B-B14F-4D97-AF65-F5344CB8AC3E}">
        <p14:creationId xmlns:p14="http://schemas.microsoft.com/office/powerpoint/2010/main" val="3387565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25</Words>
  <Application>Microsoft Macintosh PowerPoint</Application>
  <PresentationFormat>ワイド画面</PresentationFormat>
  <Paragraphs>6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游ゴシック</vt:lpstr>
      <vt:lpstr>游ゴシック Light</vt:lpstr>
      <vt:lpstr>Arial</vt:lpstr>
      <vt:lpstr>Neutraface Text Light</vt:lpstr>
      <vt:lpstr>Office テーマ</vt:lpstr>
      <vt:lpstr>PowerPoint プレゼンテーション</vt:lpstr>
      <vt:lpstr>KEITA    ABE Assoc. Professor at Musashi Univ.</vt:lpstr>
      <vt:lpstr>KEITA    ABE Assoc. Professor at Musashi Univ.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Keita Abe</dc:creator>
  <cp:lastModifiedBy>Keita Abe</cp:lastModifiedBy>
  <cp:revision>2</cp:revision>
  <dcterms:created xsi:type="dcterms:W3CDTF">2024-02-26T07:37:52Z</dcterms:created>
  <dcterms:modified xsi:type="dcterms:W3CDTF">2025-04-12T02:51:34Z</dcterms:modified>
</cp:coreProperties>
</file>